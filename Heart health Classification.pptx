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6/29/2025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C548E-0F21-42B3-97CF-E5A5404096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Heart health Classification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8C2714-B070-43A3-BCD5-2C4389CAF9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By Nishan Prajapati</a:t>
            </a:r>
          </a:p>
        </p:txBody>
      </p:sp>
    </p:spTree>
    <p:extLst>
      <p:ext uri="{BB962C8B-B14F-4D97-AF65-F5344CB8AC3E}">
        <p14:creationId xmlns:p14="http://schemas.microsoft.com/office/powerpoint/2010/main" val="20117333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995BD-888E-4F99-B644-729E08F01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5082" y="942644"/>
            <a:ext cx="8915399" cy="1468800"/>
          </a:xfrm>
        </p:spPr>
        <p:txBody>
          <a:bodyPr/>
          <a:lstStyle/>
          <a:p>
            <a:r>
              <a:rPr lang="en-AU" dirty="0"/>
              <a:t>Introduction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D2C0C0-F6D6-40CE-8258-79E9B0FCA0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95081" y="2723306"/>
            <a:ext cx="8915399" cy="860400"/>
          </a:xfrm>
        </p:spPr>
        <p:txBody>
          <a:bodyPr>
            <a:noAutofit/>
          </a:bodyPr>
          <a:lstStyle/>
          <a:p>
            <a:r>
              <a:rPr lang="en-US" dirty="0"/>
              <a:t>This project focuses on predicting the 10-year risk of coronary heart disease (CHD) using a logistic regression model trained on clinical and demographic features.</a:t>
            </a:r>
          </a:p>
          <a:p>
            <a:r>
              <a:rPr lang="en-US" dirty="0"/>
              <a:t> The dataset, comprising various health indicators such as gender, age, blood pressure, cholesterol levels, and smoking status, was preprocessed by handling missing values through removal and selecting.</a:t>
            </a: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287917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995BD-888E-4F99-B644-729E08F01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5081" y="821621"/>
            <a:ext cx="8915399" cy="1468800"/>
          </a:xfrm>
        </p:spPr>
        <p:txBody>
          <a:bodyPr/>
          <a:lstStyle/>
          <a:p>
            <a:r>
              <a:rPr lang="en-AU" dirty="0"/>
              <a:t>Objective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D2C0C0-F6D6-40CE-8258-79E9B0FCA0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95082" y="2440917"/>
            <a:ext cx="5747966" cy="860400"/>
          </a:xfrm>
        </p:spPr>
        <p:txBody>
          <a:bodyPr>
            <a:noAutofit/>
          </a:bodyPr>
          <a:lstStyle/>
          <a:p>
            <a:r>
              <a:rPr lang="en-US" dirty="0"/>
              <a:t>The primary objective of this project is to train and test the project on the basis of provided 4240 data training on 80% of the data and testing on the remaining 20% of the data.</a:t>
            </a:r>
          </a:p>
          <a:p>
            <a:endParaRPr lang="en-AU" dirty="0"/>
          </a:p>
        </p:txBody>
      </p:sp>
      <p:pic>
        <p:nvPicPr>
          <p:cNvPr id="4" name="Picture 3" descr="C:\Users\Nikhil\Pictures\Screenshots\Screenshot 2025-06-28 200742.png">
            <a:extLst>
              <a:ext uri="{FF2B5EF4-FFF2-40B4-BE49-F238E27FC236}">
                <a16:creationId xmlns:a16="http://schemas.microsoft.com/office/drawing/2014/main" id="{3AE4586F-A50C-4A86-8CAB-D5224857016C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0880" y="1202225"/>
            <a:ext cx="3168744" cy="483415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010376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995BD-888E-4F99-B644-729E08F01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5082" y="942644"/>
            <a:ext cx="8915399" cy="1468800"/>
          </a:xfrm>
        </p:spPr>
        <p:txBody>
          <a:bodyPr/>
          <a:lstStyle/>
          <a:p>
            <a:r>
              <a:rPr lang="en-AU" dirty="0"/>
              <a:t>Problem statement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D2C0C0-F6D6-40CE-8258-79E9B0FCA0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95081" y="2723306"/>
            <a:ext cx="8915399" cy="860400"/>
          </a:xfrm>
        </p:spPr>
        <p:txBody>
          <a:bodyPr>
            <a:noAutofit/>
          </a:bodyPr>
          <a:lstStyle/>
          <a:p>
            <a:r>
              <a:rPr lang="en-US" dirty="0"/>
              <a:t>This project addresses the critical healthcare challenge of </a:t>
            </a:r>
            <a:r>
              <a:rPr lang="en-US" b="1" dirty="0"/>
              <a:t>early prediction of heart disease risk</a:t>
            </a:r>
            <a:r>
              <a:rPr lang="en-US" dirty="0"/>
              <a:t>, specifically targeting the 10-year probability of developing Coronary Heart Disease (CHD). By analyzing patient health data through machine learning, it solves several key problems:</a:t>
            </a:r>
          </a:p>
          <a:p>
            <a:r>
              <a:rPr lang="en-US" b="1" dirty="0"/>
              <a:t>Data-Driven Diagnosis</a:t>
            </a:r>
            <a:r>
              <a:rPr lang="en-US" dirty="0"/>
              <a:t> - </a:t>
            </a:r>
          </a:p>
          <a:p>
            <a:r>
              <a:rPr lang="en-US" b="1" dirty="0"/>
              <a:t>Resource Optimization</a:t>
            </a:r>
            <a:r>
              <a:rPr lang="en-US" dirty="0"/>
              <a:t> - </a:t>
            </a:r>
          </a:p>
          <a:p>
            <a:r>
              <a:rPr lang="en-US" b="1" dirty="0"/>
              <a:t>Public Health Insight</a:t>
            </a:r>
            <a:r>
              <a:rPr lang="en-US" dirty="0"/>
              <a:t> -</a:t>
            </a:r>
          </a:p>
          <a:p>
            <a:r>
              <a:rPr lang="en-US" dirty="0"/>
              <a:t> </a:t>
            </a:r>
            <a:r>
              <a:rPr lang="en-US" b="1" dirty="0"/>
              <a:t>Accessible Screening</a:t>
            </a:r>
            <a:r>
              <a:rPr lang="en-US" dirty="0"/>
              <a:t> -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959803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995BD-888E-4F99-B644-729E08F01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5082" y="942644"/>
            <a:ext cx="8915399" cy="1468800"/>
          </a:xfrm>
        </p:spPr>
        <p:txBody>
          <a:bodyPr/>
          <a:lstStyle/>
          <a:p>
            <a:r>
              <a:rPr lang="en-AU" dirty="0"/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D2C0C0-F6D6-40CE-8258-79E9B0FCA0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95081" y="2723305"/>
            <a:ext cx="8915399" cy="2521047"/>
          </a:xfrm>
        </p:spPr>
        <p:txBody>
          <a:bodyPr>
            <a:noAutofit/>
          </a:bodyPr>
          <a:lstStyle/>
          <a:p>
            <a:r>
              <a:rPr lang="en-US" dirty="0"/>
              <a:t>This heart disease prediction project successfully implemented a machine learning workflow using logistic regression to assess the 10-year risk of coronary heart disease. </a:t>
            </a:r>
          </a:p>
          <a:p>
            <a:r>
              <a:rPr lang="en-US" dirty="0"/>
              <a:t>The process involved data cleaning, feature selection using training with </a:t>
            </a:r>
            <a:r>
              <a:rPr lang="en-US" dirty="0" err="1"/>
              <a:t>scikit-learn's</a:t>
            </a:r>
            <a:r>
              <a:rPr lang="en-US" dirty="0"/>
              <a:t> </a:t>
            </a:r>
            <a:r>
              <a:rPr lang="en-US" dirty="0" err="1"/>
              <a:t>LogisticRegression</a:t>
            </a:r>
            <a:r>
              <a:rPr lang="en-US" dirty="0"/>
              <a:t>, and comprehensive </a:t>
            </a:r>
          </a:p>
          <a:p>
            <a:r>
              <a:rPr lang="en-US"/>
              <a:t>This implementation serves as a foundation for developing more advanced medical diagnostic tools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71978237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18</TotalTime>
  <Words>226</Words>
  <Application>Microsoft Office PowerPoint</Application>
  <PresentationFormat>Widescreen</PresentationFormat>
  <Paragraphs>17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Century Gothic</vt:lpstr>
      <vt:lpstr>Wingdings 3</vt:lpstr>
      <vt:lpstr>Wisp</vt:lpstr>
      <vt:lpstr>Heart health Classification</vt:lpstr>
      <vt:lpstr>Introduction</vt:lpstr>
      <vt:lpstr>Objective</vt:lpstr>
      <vt:lpstr>Problem statement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Heart health Classification</dc:title>
  <dc:creator>Nikhil</dc:creator>
  <cp:lastModifiedBy>Nikhil</cp:lastModifiedBy>
  <cp:revision>2</cp:revision>
  <dcterms:created xsi:type="dcterms:W3CDTF">2025-06-29T00:19:14Z</dcterms:created>
  <dcterms:modified xsi:type="dcterms:W3CDTF">2025-06-29T00:37:19Z</dcterms:modified>
</cp:coreProperties>
</file>